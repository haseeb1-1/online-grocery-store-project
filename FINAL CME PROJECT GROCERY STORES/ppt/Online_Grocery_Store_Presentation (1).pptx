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1" d="100"/>
          <a:sy n="91" d="100"/>
        </p:scale>
        <p:origin x="-1210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72F260-A29E-4456-AF4A-340516B5440A}" type="doc">
      <dgm:prSet loTypeId="urn:microsoft.com/office/officeart/2005/8/layout/default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01B575-E607-4D1C-81E9-A583E7E2585E}">
      <dgm:prSet phldrT="[Text]"/>
      <dgm:spPr/>
      <dgm:t>
        <a:bodyPr/>
        <a:lstStyle/>
        <a:p>
          <a:r>
            <a:rPr lang="en-US" dirty="0" smtClean="0"/>
            <a:t>Login</a:t>
          </a:r>
          <a:endParaRPr lang="en-US" dirty="0"/>
        </a:p>
      </dgm:t>
    </dgm:pt>
    <dgm:pt modelId="{C347D321-D074-4F9E-90C2-815DB7C28170}" type="parTrans" cxnId="{8103AE27-0800-4C68-80E3-1C653E444BE6}">
      <dgm:prSet/>
      <dgm:spPr/>
      <dgm:t>
        <a:bodyPr/>
        <a:lstStyle/>
        <a:p>
          <a:endParaRPr lang="en-US"/>
        </a:p>
      </dgm:t>
    </dgm:pt>
    <dgm:pt modelId="{419E6D20-7000-49A0-9CDB-12BEB18DC136}" type="sibTrans" cxnId="{8103AE27-0800-4C68-80E3-1C653E444BE6}">
      <dgm:prSet/>
      <dgm:spPr/>
      <dgm:t>
        <a:bodyPr/>
        <a:lstStyle/>
        <a:p>
          <a:endParaRPr lang="en-US"/>
        </a:p>
      </dgm:t>
    </dgm:pt>
    <dgm:pt modelId="{02A83F4C-31EF-4668-9B3F-2AE8A4D98D53}">
      <dgm:prSet phldrT="[Text]" phldr="1"/>
      <dgm:spPr/>
      <dgm:t>
        <a:bodyPr/>
        <a:lstStyle/>
        <a:p>
          <a:endParaRPr lang="en-US"/>
        </a:p>
      </dgm:t>
    </dgm:pt>
    <dgm:pt modelId="{7FAB959E-0AD9-45F3-A4A2-31FC757E2326}" type="parTrans" cxnId="{99F3AEB0-2068-4CF3-AF5B-783577B15025}">
      <dgm:prSet/>
      <dgm:spPr/>
      <dgm:t>
        <a:bodyPr/>
        <a:lstStyle/>
        <a:p>
          <a:endParaRPr lang="en-US"/>
        </a:p>
      </dgm:t>
    </dgm:pt>
    <dgm:pt modelId="{29C1ADB0-BD44-40FC-98BC-C2B1B46CF75C}" type="sibTrans" cxnId="{99F3AEB0-2068-4CF3-AF5B-783577B15025}">
      <dgm:prSet/>
      <dgm:spPr/>
      <dgm:t>
        <a:bodyPr/>
        <a:lstStyle/>
        <a:p>
          <a:endParaRPr lang="en-US"/>
        </a:p>
      </dgm:t>
    </dgm:pt>
    <dgm:pt modelId="{E2115B80-FE88-4D30-A40E-95D2494F7A50}">
      <dgm:prSet phldrT="[Text]" phldr="1"/>
      <dgm:spPr/>
      <dgm:t>
        <a:bodyPr/>
        <a:lstStyle/>
        <a:p>
          <a:endParaRPr lang="en-US" dirty="0"/>
        </a:p>
      </dgm:t>
    </dgm:pt>
    <dgm:pt modelId="{6BF3152C-C801-419C-A45C-7AB775D2CDF7}" type="parTrans" cxnId="{3FCD0FCF-BFC8-45FF-9271-5CB5D9D3D770}">
      <dgm:prSet/>
      <dgm:spPr/>
      <dgm:t>
        <a:bodyPr/>
        <a:lstStyle/>
        <a:p>
          <a:endParaRPr lang="en-US"/>
        </a:p>
      </dgm:t>
    </dgm:pt>
    <dgm:pt modelId="{84172E4D-F7DE-47CA-B408-B03F63E780AA}" type="sibTrans" cxnId="{3FCD0FCF-BFC8-45FF-9271-5CB5D9D3D770}">
      <dgm:prSet/>
      <dgm:spPr/>
      <dgm:t>
        <a:bodyPr/>
        <a:lstStyle/>
        <a:p>
          <a:endParaRPr lang="en-US"/>
        </a:p>
      </dgm:t>
    </dgm:pt>
    <dgm:pt modelId="{DED27A90-B301-44F5-86B7-459CA8B830E7}">
      <dgm:prSet phldrT="[Text]" phldr="1"/>
      <dgm:spPr/>
      <dgm:t>
        <a:bodyPr/>
        <a:lstStyle/>
        <a:p>
          <a:endParaRPr lang="en-US"/>
        </a:p>
      </dgm:t>
    </dgm:pt>
    <dgm:pt modelId="{6D572600-5F91-4C6E-A737-43AE6CA25812}" type="parTrans" cxnId="{05EFF398-52CE-439B-A20B-E0CA200E28BF}">
      <dgm:prSet/>
      <dgm:spPr/>
      <dgm:t>
        <a:bodyPr/>
        <a:lstStyle/>
        <a:p>
          <a:endParaRPr lang="en-US"/>
        </a:p>
      </dgm:t>
    </dgm:pt>
    <dgm:pt modelId="{0019CFFA-8F1C-41AA-AB43-142E239D434A}" type="sibTrans" cxnId="{05EFF398-52CE-439B-A20B-E0CA200E28BF}">
      <dgm:prSet/>
      <dgm:spPr/>
      <dgm:t>
        <a:bodyPr/>
        <a:lstStyle/>
        <a:p>
          <a:endParaRPr lang="en-US"/>
        </a:p>
      </dgm:t>
    </dgm:pt>
    <dgm:pt modelId="{5E593376-A834-4C87-AE02-59D55077096B}">
      <dgm:prSet phldrT="[Text]" phldr="1"/>
      <dgm:spPr/>
      <dgm:t>
        <a:bodyPr/>
        <a:lstStyle/>
        <a:p>
          <a:endParaRPr lang="en-US"/>
        </a:p>
      </dgm:t>
    </dgm:pt>
    <dgm:pt modelId="{A20428D2-BF25-42D6-9DF6-8A8EBDC93602}" type="parTrans" cxnId="{46B9E0A2-F9AC-4D8F-A0BD-B2BC19303D6C}">
      <dgm:prSet/>
      <dgm:spPr/>
      <dgm:t>
        <a:bodyPr/>
        <a:lstStyle/>
        <a:p>
          <a:endParaRPr lang="en-US"/>
        </a:p>
      </dgm:t>
    </dgm:pt>
    <dgm:pt modelId="{1361C007-1CA5-4937-B967-370B88502E35}" type="sibTrans" cxnId="{46B9E0A2-F9AC-4D8F-A0BD-B2BC19303D6C}">
      <dgm:prSet/>
      <dgm:spPr/>
      <dgm:t>
        <a:bodyPr/>
        <a:lstStyle/>
        <a:p>
          <a:endParaRPr lang="en-US"/>
        </a:p>
      </dgm:t>
    </dgm:pt>
    <dgm:pt modelId="{82616019-8B55-40EB-9362-565BB39EC89C}" type="pres">
      <dgm:prSet presAssocID="{0A72F260-A29E-4456-AF4A-340516B5440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7709067-3E71-4E0D-B72F-7F02E008D429}" type="pres">
      <dgm:prSet presAssocID="{7601B575-E607-4D1C-81E9-A583E7E2585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F2CCF5-A2F0-4263-8B27-A3503C1D054B}" type="pres">
      <dgm:prSet presAssocID="{419E6D20-7000-49A0-9CDB-12BEB18DC136}" presName="sibTrans" presStyleCnt="0"/>
      <dgm:spPr/>
    </dgm:pt>
    <dgm:pt modelId="{5A26B6C0-6618-4E26-88C6-289B47B42CC7}" type="pres">
      <dgm:prSet presAssocID="{02A83F4C-31EF-4668-9B3F-2AE8A4D98D53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998517-225D-4A59-98F3-ED2EBE2AE2F6}" type="pres">
      <dgm:prSet presAssocID="{29C1ADB0-BD44-40FC-98BC-C2B1B46CF75C}" presName="sibTrans" presStyleCnt="0"/>
      <dgm:spPr/>
    </dgm:pt>
    <dgm:pt modelId="{4F30AF67-D847-4E61-B218-D991341C1758}" type="pres">
      <dgm:prSet presAssocID="{E2115B80-FE88-4D30-A40E-95D2494F7A50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50132C-D2AD-449E-975A-CBA4E4961208}" type="pres">
      <dgm:prSet presAssocID="{84172E4D-F7DE-47CA-B408-B03F63E780AA}" presName="sibTrans" presStyleCnt="0"/>
      <dgm:spPr/>
    </dgm:pt>
    <dgm:pt modelId="{6F521D27-2261-4E23-A286-9C6E0CEFE4A4}" type="pres">
      <dgm:prSet presAssocID="{DED27A90-B301-44F5-86B7-459CA8B830E7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550E8F-5130-49DC-BB73-115E4E330BC2}" type="pres">
      <dgm:prSet presAssocID="{0019CFFA-8F1C-41AA-AB43-142E239D434A}" presName="sibTrans" presStyleCnt="0"/>
      <dgm:spPr/>
    </dgm:pt>
    <dgm:pt modelId="{F6ED914F-1384-4256-893E-FC082AA7B600}" type="pres">
      <dgm:prSet presAssocID="{5E593376-A834-4C87-AE02-59D55077096B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103AE27-0800-4C68-80E3-1C653E444BE6}" srcId="{0A72F260-A29E-4456-AF4A-340516B5440A}" destId="{7601B575-E607-4D1C-81E9-A583E7E2585E}" srcOrd="0" destOrd="0" parTransId="{C347D321-D074-4F9E-90C2-815DB7C28170}" sibTransId="{419E6D20-7000-49A0-9CDB-12BEB18DC136}"/>
    <dgm:cxn modelId="{99F3AEB0-2068-4CF3-AF5B-783577B15025}" srcId="{0A72F260-A29E-4456-AF4A-340516B5440A}" destId="{02A83F4C-31EF-4668-9B3F-2AE8A4D98D53}" srcOrd="1" destOrd="0" parTransId="{7FAB959E-0AD9-45F3-A4A2-31FC757E2326}" sibTransId="{29C1ADB0-BD44-40FC-98BC-C2B1B46CF75C}"/>
    <dgm:cxn modelId="{3542C488-F79C-425A-AF5C-36259B948EE7}" type="presOf" srcId="{0A72F260-A29E-4456-AF4A-340516B5440A}" destId="{82616019-8B55-40EB-9362-565BB39EC89C}" srcOrd="0" destOrd="0" presId="urn:microsoft.com/office/officeart/2005/8/layout/default#1"/>
    <dgm:cxn modelId="{37ADC097-F74E-48F2-AFBA-62CFCFE5E906}" type="presOf" srcId="{5E593376-A834-4C87-AE02-59D55077096B}" destId="{F6ED914F-1384-4256-893E-FC082AA7B600}" srcOrd="0" destOrd="0" presId="urn:microsoft.com/office/officeart/2005/8/layout/default#1"/>
    <dgm:cxn modelId="{3FCD0FCF-BFC8-45FF-9271-5CB5D9D3D770}" srcId="{0A72F260-A29E-4456-AF4A-340516B5440A}" destId="{E2115B80-FE88-4D30-A40E-95D2494F7A50}" srcOrd="2" destOrd="0" parTransId="{6BF3152C-C801-419C-A45C-7AB775D2CDF7}" sibTransId="{84172E4D-F7DE-47CA-B408-B03F63E780AA}"/>
    <dgm:cxn modelId="{46B9E0A2-F9AC-4D8F-A0BD-B2BC19303D6C}" srcId="{0A72F260-A29E-4456-AF4A-340516B5440A}" destId="{5E593376-A834-4C87-AE02-59D55077096B}" srcOrd="4" destOrd="0" parTransId="{A20428D2-BF25-42D6-9DF6-8A8EBDC93602}" sibTransId="{1361C007-1CA5-4937-B967-370B88502E35}"/>
    <dgm:cxn modelId="{05EFF398-52CE-439B-A20B-E0CA200E28BF}" srcId="{0A72F260-A29E-4456-AF4A-340516B5440A}" destId="{DED27A90-B301-44F5-86B7-459CA8B830E7}" srcOrd="3" destOrd="0" parTransId="{6D572600-5F91-4C6E-A737-43AE6CA25812}" sibTransId="{0019CFFA-8F1C-41AA-AB43-142E239D434A}"/>
    <dgm:cxn modelId="{E6795B39-EDF9-4A54-9824-85257E79EA66}" type="presOf" srcId="{DED27A90-B301-44F5-86B7-459CA8B830E7}" destId="{6F521D27-2261-4E23-A286-9C6E0CEFE4A4}" srcOrd="0" destOrd="0" presId="urn:microsoft.com/office/officeart/2005/8/layout/default#1"/>
    <dgm:cxn modelId="{9C4D1A75-8D4E-4E4B-8906-3D0F161357D8}" type="presOf" srcId="{02A83F4C-31EF-4668-9B3F-2AE8A4D98D53}" destId="{5A26B6C0-6618-4E26-88C6-289B47B42CC7}" srcOrd="0" destOrd="0" presId="urn:microsoft.com/office/officeart/2005/8/layout/default#1"/>
    <dgm:cxn modelId="{F3778B6F-EB64-47BD-A383-4310DB255425}" type="presOf" srcId="{E2115B80-FE88-4D30-A40E-95D2494F7A50}" destId="{4F30AF67-D847-4E61-B218-D991341C1758}" srcOrd="0" destOrd="0" presId="urn:microsoft.com/office/officeart/2005/8/layout/default#1"/>
    <dgm:cxn modelId="{078811BE-2B39-491A-A5DA-2B75C293046D}" type="presOf" srcId="{7601B575-E607-4D1C-81E9-A583E7E2585E}" destId="{C7709067-3E71-4E0D-B72F-7F02E008D429}" srcOrd="0" destOrd="0" presId="urn:microsoft.com/office/officeart/2005/8/layout/default#1"/>
    <dgm:cxn modelId="{EBD61FCB-17FC-4B3B-B0A6-E41C3F9FFDB3}" type="presParOf" srcId="{82616019-8B55-40EB-9362-565BB39EC89C}" destId="{C7709067-3E71-4E0D-B72F-7F02E008D429}" srcOrd="0" destOrd="0" presId="urn:microsoft.com/office/officeart/2005/8/layout/default#1"/>
    <dgm:cxn modelId="{0160FA5E-1066-46E8-AF63-CD423E7BEFD5}" type="presParOf" srcId="{82616019-8B55-40EB-9362-565BB39EC89C}" destId="{24F2CCF5-A2F0-4263-8B27-A3503C1D054B}" srcOrd="1" destOrd="0" presId="urn:microsoft.com/office/officeart/2005/8/layout/default#1"/>
    <dgm:cxn modelId="{AD1BAC3B-152E-44AD-BD08-1FDB7FBBA874}" type="presParOf" srcId="{82616019-8B55-40EB-9362-565BB39EC89C}" destId="{5A26B6C0-6618-4E26-88C6-289B47B42CC7}" srcOrd="2" destOrd="0" presId="urn:microsoft.com/office/officeart/2005/8/layout/default#1"/>
    <dgm:cxn modelId="{F751785E-651F-4DBE-9EB2-05C12CEFF563}" type="presParOf" srcId="{82616019-8B55-40EB-9362-565BB39EC89C}" destId="{E7998517-225D-4A59-98F3-ED2EBE2AE2F6}" srcOrd="3" destOrd="0" presId="urn:microsoft.com/office/officeart/2005/8/layout/default#1"/>
    <dgm:cxn modelId="{23914284-71F3-4ADF-B6CF-F851F089A657}" type="presParOf" srcId="{82616019-8B55-40EB-9362-565BB39EC89C}" destId="{4F30AF67-D847-4E61-B218-D991341C1758}" srcOrd="4" destOrd="0" presId="urn:microsoft.com/office/officeart/2005/8/layout/default#1"/>
    <dgm:cxn modelId="{E9E72577-E889-4901-B366-1F16F4C7DDF6}" type="presParOf" srcId="{82616019-8B55-40EB-9362-565BB39EC89C}" destId="{9A50132C-D2AD-449E-975A-CBA4E4961208}" srcOrd="5" destOrd="0" presId="urn:microsoft.com/office/officeart/2005/8/layout/default#1"/>
    <dgm:cxn modelId="{F74C5A73-1F63-4009-9B50-7E0794D551DD}" type="presParOf" srcId="{82616019-8B55-40EB-9362-565BB39EC89C}" destId="{6F521D27-2261-4E23-A286-9C6E0CEFE4A4}" srcOrd="6" destOrd="0" presId="urn:microsoft.com/office/officeart/2005/8/layout/default#1"/>
    <dgm:cxn modelId="{E88F0A1A-B75B-4C0E-8A3B-B011AB9AC677}" type="presParOf" srcId="{82616019-8B55-40EB-9362-565BB39EC89C}" destId="{15550E8F-5130-49DC-BB73-115E4E330BC2}" srcOrd="7" destOrd="0" presId="urn:microsoft.com/office/officeart/2005/8/layout/default#1"/>
    <dgm:cxn modelId="{5A8BAE4A-1CE1-4DEE-AD94-9DD890F44DF4}" type="presParOf" srcId="{82616019-8B55-40EB-9362-565BB39EC89C}" destId="{F6ED914F-1384-4256-893E-FC082AA7B600}" srcOrd="8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709067-3E71-4E0D-B72F-7F02E008D429}">
      <dsp:nvSpPr>
        <dsp:cNvPr id="0" name=""/>
        <dsp:cNvSpPr/>
      </dsp:nvSpPr>
      <dsp:spPr>
        <a:xfrm>
          <a:off x="156" y="28001"/>
          <a:ext cx="84608" cy="507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/>
            <a:t>Login</a:t>
          </a:r>
          <a:endParaRPr lang="en-US" sz="500" kern="1200" dirty="0"/>
        </a:p>
      </dsp:txBody>
      <dsp:txXfrm>
        <a:off x="156" y="28001"/>
        <a:ext cx="84608" cy="50765"/>
      </dsp:txXfrm>
    </dsp:sp>
    <dsp:sp modelId="{5A26B6C0-6618-4E26-88C6-289B47B42CC7}">
      <dsp:nvSpPr>
        <dsp:cNvPr id="0" name=""/>
        <dsp:cNvSpPr/>
      </dsp:nvSpPr>
      <dsp:spPr>
        <a:xfrm>
          <a:off x="93225" y="28001"/>
          <a:ext cx="84608" cy="507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93225" y="28001"/>
        <a:ext cx="84608" cy="50765"/>
      </dsp:txXfrm>
    </dsp:sp>
    <dsp:sp modelId="{4F30AF67-D847-4E61-B218-D991341C1758}">
      <dsp:nvSpPr>
        <dsp:cNvPr id="0" name=""/>
        <dsp:cNvSpPr/>
      </dsp:nvSpPr>
      <dsp:spPr>
        <a:xfrm>
          <a:off x="186295" y="28001"/>
          <a:ext cx="84608" cy="507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186295" y="28001"/>
        <a:ext cx="84608" cy="50765"/>
      </dsp:txXfrm>
    </dsp:sp>
    <dsp:sp modelId="{6F521D27-2261-4E23-A286-9C6E0CEFE4A4}">
      <dsp:nvSpPr>
        <dsp:cNvPr id="0" name=""/>
        <dsp:cNvSpPr/>
      </dsp:nvSpPr>
      <dsp:spPr>
        <a:xfrm>
          <a:off x="279365" y="28001"/>
          <a:ext cx="84608" cy="507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79365" y="28001"/>
        <a:ext cx="84608" cy="50765"/>
      </dsp:txXfrm>
    </dsp:sp>
    <dsp:sp modelId="{F6ED914F-1384-4256-893E-FC082AA7B600}">
      <dsp:nvSpPr>
        <dsp:cNvPr id="0" name=""/>
        <dsp:cNvSpPr/>
      </dsp:nvSpPr>
      <dsp:spPr>
        <a:xfrm>
          <a:off x="372434" y="28001"/>
          <a:ext cx="84608" cy="507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72434" y="28001"/>
        <a:ext cx="84608" cy="507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10520" y="4931922"/>
            <a:ext cx="3861880" cy="642027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</a:p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Online Grocery Store</a:t>
            </a:r>
            <a:endParaRPr/>
          </a:p>
        </p:txBody>
      </p:sp>
      <p:sp>
        <p:nvSpPr>
          <p:cNvPr id="4" name="Oval 3"/>
          <p:cNvSpPr/>
          <p:nvPr/>
        </p:nvSpPr>
        <p:spPr>
          <a:xfrm rot="19302643" flipH="1" flipV="1">
            <a:off x="8802107" y="39125"/>
            <a:ext cx="254690" cy="36988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/>
          </a:p>
          <a:p>
            <a:pPr>
              <a:defRPr sz="1400"/>
            </a:pPr>
            <a:r>
              <a:t>The Online Grocery Store is a web-based platform for purchasing groceries from home.</a:t>
            </a:r>
          </a:p>
          <a:p>
            <a:pPr>
              <a:defRPr sz="1400"/>
            </a:pPr>
            <a:r>
              <a:t>It provides a smooth shopping experience for customers and efficient management for admins.</a:t>
            </a:r>
          </a:p>
          <a:p>
            <a:pPr>
              <a:defRPr sz="1400"/>
            </a:pPr>
            <a:r>
              <a:t>Developed using Python Flask, SQLite, HTML, CSS, and JavaScript.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6176" y="153798"/>
            <a:ext cx="3141677" cy="1219200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pic>
        <p:nvPicPr>
          <p:cNvPr id="1026" name="Picture 2" descr="C:\stores_project\static\images\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5071" y="3365771"/>
            <a:ext cx="4452026" cy="319201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2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3250" y="1643975"/>
            <a:ext cx="5296654" cy="2966126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2898" y="152400"/>
            <a:ext cx="8229600" cy="1219200"/>
          </a:xfrm>
        </p:spPr>
        <p:txBody>
          <a:bodyPr/>
          <a:lstStyle/>
          <a:p>
            <a:r>
              <a:rPr sz="5400"/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298" y="4338536"/>
            <a:ext cx="6965004" cy="132343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  <a:defRPr sz="1400"/>
            </a:pPr>
            <a:r>
              <a:rPr lang="en-US" sz="2000" dirty="0" smtClean="0"/>
              <a:t>Provide an easy-to-use online grocery shopping system.</a:t>
            </a:r>
          </a:p>
          <a:p>
            <a:pPr>
              <a:buFont typeface="Wingdings" pitchFamily="2" charset="2"/>
              <a:buChar char="Ø"/>
              <a:defRPr sz="1400"/>
            </a:pPr>
            <a:r>
              <a:rPr lang="en-US" sz="2000" dirty="0" smtClean="0"/>
              <a:t>Allow customers to browse, search, and order products.</a:t>
            </a:r>
          </a:p>
          <a:p>
            <a:pPr>
              <a:buFont typeface="Wingdings" pitchFamily="2" charset="2"/>
              <a:buChar char="Ø"/>
              <a:defRPr sz="1400"/>
            </a:pPr>
            <a:r>
              <a:rPr lang="en-US" sz="2000" dirty="0" smtClean="0"/>
              <a:t>Enable </a:t>
            </a:r>
            <a:r>
              <a:rPr lang="en-US" sz="2000" dirty="0" smtClean="0"/>
              <a:t>admin </a:t>
            </a:r>
            <a:r>
              <a:rPr lang="en-US" sz="2000" dirty="0" smtClean="0"/>
              <a:t>to manage products, orders, and users.</a:t>
            </a:r>
          </a:p>
          <a:p>
            <a:pPr>
              <a:buFont typeface="Wingdings" pitchFamily="2" charset="2"/>
              <a:buChar char="Ø"/>
              <a:defRPr sz="1400"/>
            </a:pPr>
            <a:r>
              <a:rPr lang="en-US" sz="2000" dirty="0" smtClean="0"/>
              <a:t>Offer a secure authentication and checkout process.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404" y="1909894"/>
            <a:ext cx="4084638" cy="2451100"/>
          </a:xfrm>
        </p:spPr>
        <p:txBody>
          <a:bodyPr/>
          <a:lstStyle/>
          <a:p>
            <a:endParaRPr dirty="0"/>
          </a:p>
          <a:p>
            <a:pPr>
              <a:defRPr sz="1400"/>
            </a:pPr>
            <a:r>
              <a:rPr dirty="0"/>
              <a:t>User Registration and Login</a:t>
            </a:r>
          </a:p>
          <a:p>
            <a:pPr>
              <a:defRPr sz="1400"/>
            </a:pPr>
            <a:r>
              <a:rPr dirty="0"/>
              <a:t>Admin Login and Dashboard</a:t>
            </a:r>
          </a:p>
          <a:p>
            <a:pPr>
              <a:defRPr sz="1400"/>
            </a:pPr>
            <a:r>
              <a:rPr dirty="0"/>
              <a:t>Product Search and Categories</a:t>
            </a:r>
          </a:p>
          <a:p>
            <a:pPr>
              <a:defRPr sz="1400"/>
            </a:pPr>
            <a:r>
              <a:rPr dirty="0"/>
              <a:t>Shopping Cart and Checkout</a:t>
            </a:r>
          </a:p>
          <a:p>
            <a:pPr>
              <a:defRPr sz="1400"/>
            </a:pPr>
            <a:r>
              <a:rPr dirty="0"/>
              <a:t>Order History Tracking</a:t>
            </a:r>
          </a:p>
          <a:p>
            <a:pPr>
              <a:defRPr sz="1400"/>
            </a:pPr>
            <a:r>
              <a:rPr dirty="0"/>
              <a:t>Responsive and Stylish UI with Animations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663846" y="-114586"/>
            <a:ext cx="2382838" cy="920750"/>
          </a:xfrm>
        </p:spPr>
        <p:txBody>
          <a:bodyPr/>
          <a:lstStyle/>
          <a:p>
            <a:r>
              <a:rPr dirty="0"/>
              <a:t>Features</a:t>
            </a:r>
          </a:p>
        </p:txBody>
      </p:sp>
      <p:pic>
        <p:nvPicPr>
          <p:cNvPr id="2051" name="Picture 3" descr="C:\Users\admin\Pictures\Screenshots\Screenshot (14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31798" y="1260306"/>
            <a:ext cx="5470087" cy="244561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 rot="9543311" flipV="1">
            <a:off x="2260555" y="1060252"/>
            <a:ext cx="1542487" cy="40011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2"/>
                </a:solidFill>
              </a:rPr>
              <a:t>Login page:</a:t>
            </a:r>
            <a:endParaRPr lang="en-US" sz="2000" dirty="0">
              <a:solidFill>
                <a:schemeClr val="tx2"/>
              </a:solidFill>
            </a:endParaRPr>
          </a:p>
        </p:txBody>
      </p:sp>
      <p:pic>
        <p:nvPicPr>
          <p:cNvPr id="2052" name="Picture 4" descr="C:\Users\admin\Pictures\Screenshots\Screenshot (15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5600" y="4126102"/>
            <a:ext cx="5141084" cy="2483042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 rot="945446">
            <a:off x="5305602" y="4050492"/>
            <a:ext cx="2052538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Customer page: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4532243" cy="1706217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endParaRPr/>
          </a:p>
          <a:p>
            <a:pPr>
              <a:defRPr sz="1400"/>
            </a:pPr>
            <a:r>
              <a:t>Frontend</a:t>
            </a:r>
            <a:r>
              <a:rPr/>
              <a:t>: </a:t>
            </a:r>
            <a:r>
              <a:rPr smtClean="0"/>
              <a:t>HTML, CSS, </a:t>
            </a:r>
            <a:r>
              <a:t>JavaScript</a:t>
            </a:r>
          </a:p>
          <a:p>
            <a:pPr>
              <a:defRPr sz="1400"/>
            </a:pPr>
            <a:r>
              <a:t>Backend: Python Flask</a:t>
            </a:r>
          </a:p>
          <a:p>
            <a:pPr>
              <a:defRPr sz="1400"/>
            </a:pPr>
            <a:r>
              <a:t>Database</a:t>
            </a:r>
            <a:r>
              <a:rPr/>
              <a:t>: </a:t>
            </a:r>
            <a:r>
              <a:rPr smtClean="0"/>
              <a:t>SQLite</a:t>
            </a:r>
            <a:r>
              <a:rPr lang="en-US" dirty="0" smtClean="0"/>
              <a:t>(save data like </a:t>
            </a:r>
            <a:r>
              <a:rPr lang="en-US" dirty="0" err="1" smtClean="0"/>
              <a:t>oders</a:t>
            </a:r>
            <a:r>
              <a:rPr lang="en-US" dirty="0" smtClean="0"/>
              <a:t>’ list </a:t>
            </a:r>
            <a:r>
              <a:rPr lang="en-US" dirty="0" err="1" smtClean="0"/>
              <a:t>ect</a:t>
            </a:r>
            <a:r>
              <a:rPr lang="en-US" dirty="0" smtClean="0"/>
              <a:t>….)</a:t>
            </a:r>
            <a:endParaRPr/>
          </a:p>
          <a:p>
            <a:pPr>
              <a:defRPr sz="1400"/>
            </a:pPr>
            <a:r>
              <a:t>Libraries: Flask-SQLAlchemy, Flask-Login</a:t>
            </a:r>
            <a:r>
              <a:rPr/>
              <a:t>, </a:t>
            </a:r>
            <a:r>
              <a:rPr smtClean="0"/>
              <a:t>Flask-WTF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4452" y="-256485"/>
            <a:ext cx="4190301" cy="1219200"/>
          </a:xfrm>
        </p:spPr>
        <p:txBody>
          <a:bodyPr/>
          <a:lstStyle/>
          <a:p>
            <a:r>
              <a:rPr dirty="0"/>
              <a:t>Technology Stack</a:t>
            </a:r>
          </a:p>
        </p:txBody>
      </p:sp>
      <p:pic>
        <p:nvPicPr>
          <p:cNvPr id="3074" name="Picture 2" descr="C:\Users\admin\Pictures\Screenshots\Screenshot (16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01465" y="1382088"/>
            <a:ext cx="3942535" cy="192819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 rot="20331176">
            <a:off x="4950005" y="1186934"/>
            <a:ext cx="1311966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Cart page:</a:t>
            </a:r>
            <a:endParaRPr lang="en-US" dirty="0"/>
          </a:p>
        </p:txBody>
      </p:sp>
      <p:pic>
        <p:nvPicPr>
          <p:cNvPr id="3075" name="Picture 3" descr="C:\Users\admin\Pictures\Screenshots\Screenshot (17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816626"/>
            <a:ext cx="4034505" cy="2221271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 rot="20401700">
            <a:off x="18520" y="3631960"/>
            <a:ext cx="1481708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Orders list :</a:t>
            </a:r>
            <a:endParaRPr lang="en-US" dirty="0"/>
          </a:p>
        </p:txBody>
      </p:sp>
      <p:pic>
        <p:nvPicPr>
          <p:cNvPr id="3076" name="Picture 4" descr="C:\Users\admin\Pictures\Screenshots\Screenshot (18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1086" y="3816626"/>
            <a:ext cx="4422914" cy="2221272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 rot="20516721">
            <a:off x="4498482" y="3616608"/>
            <a:ext cx="2049446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Admin _ dashboard</a:t>
            </a:r>
            <a:r>
              <a:rPr lang="en-US" dirty="0" smtClean="0"/>
              <a:t>: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686800" y="45632"/>
          <a:ext cx="457200" cy="106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3706" y="43726"/>
            <a:ext cx="8229600" cy="1219200"/>
          </a:xfrm>
        </p:spPr>
        <p:txBody>
          <a:bodyPr/>
          <a:lstStyle/>
          <a:p>
            <a:r>
              <a:rPr dirty="0" smtClean="0"/>
              <a:t> </a:t>
            </a:r>
            <a:r>
              <a:rPr dirty="0"/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9575" y="1692613"/>
            <a:ext cx="739302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login</a:t>
            </a:r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>
            <a:off x="1614791" y="1741410"/>
            <a:ext cx="389107" cy="21369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40085" y="1692613"/>
            <a:ext cx="1527243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New register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3822970" y="1741410"/>
            <a:ext cx="350196" cy="21369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328808" y="1631934"/>
            <a:ext cx="1215957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Customer login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147882" y="1770434"/>
            <a:ext cx="1400782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Add to cart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5729591" y="1857824"/>
            <a:ext cx="301557" cy="20412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7694579" y="1900361"/>
            <a:ext cx="233464" cy="1615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064230" y="1741410"/>
            <a:ext cx="865761" cy="147732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Place the order with details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93387" y="2572407"/>
            <a:ext cx="102140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Admin login</a:t>
            </a:r>
            <a:endParaRPr lang="en-US" dirty="0"/>
          </a:p>
        </p:txBody>
      </p:sp>
      <p:sp>
        <p:nvSpPr>
          <p:cNvPr id="16" name="Down Arrow 15"/>
          <p:cNvSpPr/>
          <p:nvPr/>
        </p:nvSpPr>
        <p:spPr>
          <a:xfrm>
            <a:off x="868193" y="2139766"/>
            <a:ext cx="189689" cy="29214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>
            <a:off x="868193" y="3385226"/>
            <a:ext cx="189689" cy="31128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79086" y="3929974"/>
            <a:ext cx="1157591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Add new products </a:t>
            </a:r>
            <a:endParaRPr lang="en-US" dirty="0"/>
          </a:p>
        </p:txBody>
      </p:sp>
      <p:sp>
        <p:nvSpPr>
          <p:cNvPr id="19" name="Down Arrow 18"/>
          <p:cNvSpPr/>
          <p:nvPr/>
        </p:nvSpPr>
        <p:spPr>
          <a:xfrm>
            <a:off x="868193" y="4776281"/>
            <a:ext cx="189689" cy="31128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79086" y="5233480"/>
            <a:ext cx="1021404" cy="120032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See orders list with details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334639" y="3929975"/>
            <a:ext cx="1663429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Manage the products (</a:t>
            </a:r>
            <a:r>
              <a:rPr lang="en-US" dirty="0" err="1" smtClean="0"/>
              <a:t>add,remove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1780162" y="4192621"/>
            <a:ext cx="359923" cy="26264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rved Left Arrow 23"/>
          <p:cNvSpPr/>
          <p:nvPr/>
        </p:nvSpPr>
        <p:spPr>
          <a:xfrm rot="2943488">
            <a:off x="2288145" y="4959140"/>
            <a:ext cx="399839" cy="1136863"/>
          </a:xfrm>
          <a:prstGeom prst="curved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Down Arrow 25"/>
          <p:cNvSpPr/>
          <p:nvPr/>
        </p:nvSpPr>
        <p:spPr>
          <a:xfrm>
            <a:off x="8404698" y="3385226"/>
            <a:ext cx="282102" cy="31128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7811311" y="3887237"/>
            <a:ext cx="1118680" cy="120032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See the customer order’s list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098" y="4263959"/>
            <a:ext cx="7879403" cy="2276273"/>
          </a:xfrm>
        </p:spPr>
        <p:txBody>
          <a:bodyPr/>
          <a:lstStyle/>
          <a:p>
            <a:pPr>
              <a:defRPr sz="1400"/>
            </a:pPr>
            <a:r>
              <a:rPr lang="en-US" sz="2000" dirty="0" smtClean="0"/>
              <a:t>Reduces manual workload for </a:t>
            </a:r>
            <a:r>
              <a:rPr lang="en-US" sz="2000" dirty="0" smtClean="0"/>
              <a:t>admin.</a:t>
            </a:r>
            <a:endParaRPr lang="en-US" sz="2000" dirty="0" smtClean="0"/>
          </a:p>
          <a:p>
            <a:pPr>
              <a:defRPr sz="1400"/>
            </a:pPr>
            <a:r>
              <a:rPr lang="en-US" sz="2000" dirty="0" smtClean="0"/>
              <a:t>Scalable for more products and features</a:t>
            </a:r>
            <a:r>
              <a:rPr lang="en-US" dirty="0" smtClean="0"/>
              <a:t>.</a:t>
            </a:r>
          </a:p>
          <a:p>
            <a:pPr>
              <a:buNone/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pic>
        <p:nvPicPr>
          <p:cNvPr id="5122" name="Picture 2" descr="Saves time for customers.&#10;Provides real-time product availability.&#10;Reduces manual workload for admins.&#10;Scalable for more products and features.&#10;&#10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67590" y="389107"/>
            <a:ext cx="3874852" cy="387485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5" name="TextBox 4"/>
          <p:cNvSpPr txBox="1"/>
          <p:nvPr/>
        </p:nvSpPr>
        <p:spPr>
          <a:xfrm>
            <a:off x="457200" y="1935805"/>
            <a:ext cx="463684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  <a:defRPr sz="1400"/>
            </a:pPr>
            <a:r>
              <a:rPr lang="en-US" sz="2000" dirty="0" smtClean="0"/>
              <a:t> Saves time for customers</a:t>
            </a:r>
            <a:r>
              <a:rPr lang="en-US" dirty="0" smtClean="0"/>
              <a:t>.</a:t>
            </a:r>
            <a:endParaRPr lang="en-US" sz="2000" dirty="0" smtClean="0"/>
          </a:p>
          <a:p>
            <a:pPr>
              <a:buFont typeface="Arial" pitchFamily="34" charset="0"/>
              <a:buChar char="•"/>
              <a:defRPr sz="1400"/>
            </a:pPr>
            <a:r>
              <a:rPr lang="en-US" sz="2000" dirty="0" smtClean="0"/>
              <a:t>Provides real-time product availability.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24000"/>
            <a:ext cx="5291847" cy="21336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600" dirty="0" smtClean="0"/>
              <a:t>Add live tracking address</a:t>
            </a:r>
            <a:endParaRPr sz="1600" dirty="0"/>
          </a:p>
          <a:p>
            <a:pPr>
              <a:defRPr sz="1400"/>
            </a:pPr>
            <a:r>
              <a:rPr dirty="0" smtClean="0"/>
              <a:t>Implement </a:t>
            </a:r>
            <a:r>
              <a:rPr dirty="0"/>
              <a:t>AI-based product recommendations.</a:t>
            </a:r>
          </a:p>
          <a:p>
            <a:pPr>
              <a:defRPr sz="1400"/>
            </a:pPr>
            <a:r>
              <a:rPr dirty="0"/>
              <a:t>Develop mobile app version.</a:t>
            </a:r>
          </a:p>
          <a:p>
            <a:pPr>
              <a:defRPr sz="1400"/>
            </a:pPr>
            <a:r>
              <a:rPr dirty="0"/>
              <a:t>Add multiple admin roles and advanced analytics.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3505" y="-16777"/>
            <a:ext cx="8229600" cy="1219200"/>
          </a:xfrm>
        </p:spPr>
        <p:txBody>
          <a:bodyPr/>
          <a:lstStyle/>
          <a:p>
            <a:r>
              <a:t>Future Scope</a:t>
            </a:r>
          </a:p>
        </p:txBody>
      </p:sp>
      <p:pic>
        <p:nvPicPr>
          <p:cNvPr id="6146" name="Picture 2" descr="C:\stores_project\static\images\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45392" y="3314797"/>
            <a:ext cx="5237128" cy="293279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1720" y="1300264"/>
            <a:ext cx="6887183" cy="2084962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/>
          </a:p>
          <a:p>
            <a:pPr>
              <a:defRPr sz="1400"/>
            </a:pPr>
            <a:r>
              <a:t>The Online Grocery Store project provides a complete online shopping experience.</a:t>
            </a:r>
          </a:p>
          <a:p>
            <a:pPr>
              <a:defRPr sz="1400"/>
            </a:pPr>
            <a:r>
              <a:t>It simplifies grocery purchasing for users and management for admins.</a:t>
            </a:r>
          </a:p>
          <a:p>
            <a:pPr>
              <a:defRPr sz="1400"/>
            </a:pPr>
            <a:r>
              <a:t>Can be extended with advanced features for a real-world deployment.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6353" y="-155196"/>
            <a:ext cx="8229600" cy="1219200"/>
          </a:xfrm>
        </p:spPr>
        <p:txBody>
          <a:bodyPr/>
          <a:lstStyle/>
          <a:p>
            <a:r>
              <a:t>Conclusion</a:t>
            </a:r>
          </a:p>
        </p:txBody>
      </p:sp>
      <p:pic>
        <p:nvPicPr>
          <p:cNvPr id="7170" name="Picture 2" descr="C:\stores_project\static\images\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4061" y="3171217"/>
            <a:ext cx="4864584" cy="243996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3521412" y="5891772"/>
            <a:ext cx="2459937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 smtClean="0"/>
              <a:t>Thanking </a:t>
            </a:r>
            <a:r>
              <a:rPr lang="en-US" sz="2800" dirty="0" smtClean="0"/>
              <a:t>you</a:t>
            </a:r>
            <a:endParaRPr lang="en-US" sz="2800" dirty="0"/>
          </a:p>
        </p:txBody>
      </p:sp>
    </p:spTree>
  </p:cSld>
  <p:clrMapOvr>
    <a:masterClrMapping/>
  </p:clrMapOvr>
  <p:transition>
    <p:wipe dir="r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98</TotalTime>
  <Words>282</Words>
  <Application>Microsoft Office PowerPoint</Application>
  <PresentationFormat>On-screen Show (4:3)</PresentationFormat>
  <Paragraphs>59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Paper</vt:lpstr>
      <vt:lpstr>Online Grocery Store</vt:lpstr>
      <vt:lpstr>Introduction</vt:lpstr>
      <vt:lpstr>Objectives</vt:lpstr>
      <vt:lpstr>Features</vt:lpstr>
      <vt:lpstr>Technology Stack</vt:lpstr>
      <vt:lpstr> Architecture</vt:lpstr>
      <vt:lpstr>Advantages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Grocery Store</dc:title>
  <dc:subject/>
  <dc:creator/>
  <cp:keywords/>
  <dc:description>generated using python-pptx</dc:description>
  <cp:lastModifiedBy>DELL</cp:lastModifiedBy>
  <cp:revision>11</cp:revision>
  <dcterms:created xsi:type="dcterms:W3CDTF">2013-01-27T09:14:16Z</dcterms:created>
  <dcterms:modified xsi:type="dcterms:W3CDTF">2025-11-18T14:36:34Z</dcterms:modified>
  <cp:category/>
</cp:coreProperties>
</file>